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AutoTestDesign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6868B"/>
                </a:solidFill>
              </a:defRPr>
            </a:pPr>
            <a:r>
              <a:t>AI 驱动的测试用例自动生成工具</a:t>
            </a:r>
            <a:br/>
            <a:r>
              <a:t>Assignment 2 成果演示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071E3"/>
                </a:solidFill>
              </a:defRPr>
            </a:pPr>
            <a:r>
              <a:t>项目背景与目标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背景: 软件测试用例编写耗时且容易遗漏覆盖维度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目标: 构建 AI 驱动的 AutoTestDesign 工具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输入: 结构化/自然语言需求 (CSV/文本/手动)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处理: FR1-FR7 全链路流水线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输出: 覆盖 EP/BVA/DT/STT 四种技术的测试套件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基于 ISTQB Foundation Level + ISO/IEC/IEEE 29119-4 标准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目标应用: AuthSystem — 用户注册与登录系统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1E3"/>
                </a:solidFill>
              </a:defRPr>
            </a:pPr>
            <a:r>
              <a:t>AutoTestDesign 架构总览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urier New"/>
              </a:defRPr>
            </a:pPr>
            <a:r>
              <a:t>autotestdesign/</a:t>
            </a:r>
            <a:br/>
            <a:r>
              <a:t>├── app.py              # Streamlit 入口 (4 Tab)</a:t>
            </a:r>
            <a:br/>
            <a:r>
              <a:t>├── config.py           # 配置加载 (.env / config.json)</a:t>
            </a:r>
            <a:br/>
            <a:r>
              <a:t>├── core/               # 纯算法层 (不依赖 UI 或 LLM)</a:t>
            </a:r>
            <a:br/>
            <a:r>
              <a:t>│   ├── models.py       # Pydantic 数据模型</a:t>
            </a:r>
            <a:br/>
            <a:r>
              <a:t>│   ├── parsing.py      # FR1 需求解析</a:t>
            </a:r>
            <a:br/>
            <a:r>
              <a:t>│   ├── risk.py         # FR2 风险打分</a:t>
            </a:r>
            <a:br/>
            <a:r>
              <a:t>│   ├── blackbox/       # FR3 EP / BVA / DT</a:t>
            </a:r>
            <a:br/>
            <a:r>
              <a:t>│   ├── whitebox/       # FR4 状态机覆盖</a:t>
            </a:r>
            <a:br/>
            <a:r>
              <a:t>│   ├── oracle.py       # FR5 测试预言</a:t>
            </a:r>
            <a:br/>
            <a:r>
              <a:t>│   ├── export.py       # FR6 导出</a:t>
            </a:r>
            <a:br/>
            <a:r>
              <a:t>│   ├── optimizer.py    # FR7 套件优化</a:t>
            </a:r>
            <a:br/>
            <a:r>
              <a:t>│   └── pipeline.py     # 流水线编排</a:t>
            </a:r>
            <a:br/>
            <a:r>
              <a:t>├── llm/                # OpenAI 兼容客户端 + Prompt 模板</a:t>
            </a:r>
            <a:br/>
            <a:r>
              <a:t>├── ui/                 # Streamlit UI 组件</a:t>
            </a:r>
            <a:br/>
            <a:r>
              <a:t>└── examples/           # 内置示例需求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071E3"/>
                </a:solidFill>
              </a:defRPr>
            </a:pPr>
            <a:r>
              <a:t>FR1-FR7 功能需求覆盖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FR1: 需求输入与解析 — CSV (pandas) + 纯文本 + LLM 结构化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FR2: 风险分析与优先级 — 中英双语关键词规则 + LLM rationale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FR3: 黑盒测试设计 — EP/ BVA / DT 三种 ISO 29119-4 技术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FR4: 白盒状态转换 — DSL 解析 + All-States + All-Transitions 覆盖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FR5: 测试预言合成 — 越界算法兜底 + LLM 合成 + 失败降级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FR6: 导出 — JSON / CSV / Excel (openpyxl)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FR7: 测试套件优化 — 指纹去重 + 加权集合覆盖 + 优先级排序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071E3"/>
                </a:solidFill>
              </a:defRPr>
            </a:pPr>
            <a:r>
              <a:t>目标应用: AuthSystem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纯 Python 内存实现的用户注册与登录系统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核心功能: register / login / logout / reset_password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6 条业务规则: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BR-01: 年龄 18-120    BR-02: 密码 8-32 + 数字 + 字母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BR-03: 邮箱含 @ 和 .   BR-04: 用户名 3-20 且唯一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BR-05: 5 次失败 → 锁定  BR-06: 密码重置可解锁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状态机: Guest → Registered → LoggedIn → Locked → Registered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零外部依赖，dict 存储，~140 行代码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071E3"/>
                </a:solidFill>
              </a:defRPr>
            </a:pPr>
            <a:r>
              <a:t>用 AutoTestDesign 测试 AuthSystem 的完整流程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① 准备 requirements.csv (6 条中英双语需求)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② 加载需求到 AutoTestDesign (上传或选择文件)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③ 配置覆盖策略 (EP/BVA/DT/STT 全选)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④ 定义状态机 DSL (4 节点 8 转换)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⑤ 运行 FR1→FR7 完整流水线 (关闭 LLM，规则兜底)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⑥ 审查覆盖项 — 确认 6 条需求在各技术下的覆盖率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⑦ 交互式编辑 — 调整优先级、添加覆盖项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⑧ 导出 JSON/CSV/Excel 到 target_app/output/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生成结果: 82 条用例 (EP 18 / BVA 30 / DT 24 / STT 10)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071E3"/>
                </a:solidFill>
              </a:defRPr>
            </a:pPr>
            <a:r>
              <a:t>交互式设计审查 (核心增量)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阶段 2 新增的编辑能力: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覆盖项概览面板: 按需求×技术显示用例分布矩阵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策略编辑: 运行前开关各项测试技术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可编辑用例网格 (st.data_editor):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 - 修改输入值、预期结果、优先级、标签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 - 动态添加/删除行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 - 同步修改到测试套件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 - 一键导出含编辑的 CSV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覆盖项手动添加: 补充缺失的测试维度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体现 Human-in-the-loop 测试设计最佳实践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071E3"/>
                </a:solidFill>
              </a:defRPr>
            </a:pPr>
            <a:r>
              <a:t>风险分析报告要点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识别 14 项风险: 3 高 / 8 中 / 3 低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高优先级: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R-01 暴力破解攻击 (L4×I5=20)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R-05 弱密码策略绕过 (L4×I4=16)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R-09 密码明文内存存储 (L4×I5=20)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缓解后: 高风险 3→0, 中风险 8→4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核心建议: bcrypt 密码哈希, 统一错误消息, 速率限制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071E3"/>
                </a:solidFill>
              </a:defRPr>
            </a:pPr>
            <a:r>
              <a:t>测试计划要点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5 个测试套件: TS-1~TS-4 由工具生成, TS-5 为 pytest 手工用例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测试范围: AuthSystem 全部公开 API + 校验层 + 状态机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覆盖矩阵: 6 条需求 × 4 种技术 × 可追溯性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测试框架: pytest 9.0 + parametrize + fixture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成本估算: 使用 AutoTestDesign 节省 64% 工时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(手工 12 人日 → 工具辅助 4.3 人日)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组织架构: 5 角色 × 7 职责覆盖开发/测试/文档/演示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071E3"/>
                </a:solidFill>
              </a:defRPr>
            </a:pPr>
            <a:r>
              <a:t>详细测试设计要点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Mainly 完整流程: 概念→覆盖项→策略→用例→Prompt→审查→结果→改进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覆盖项识别: 6 需求 × 4-5 字段 = 30 个覆盖维度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EP: 18 条, 按字段类型划分等价类 (int/string)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BVA: 30 条, 5 个有界字段 × 6 个边界值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DT: 24 条, 2^1 + 2^3 + 2^2 + 2^2 + 2^1 + 2^2 组合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STT: 10 条, All-States (4 节点) + All-Transitions (8 转换)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可追溯性: 每条用例关联需求 ID + 技术 + 字段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交互式审查: 策略调整 + 覆盖项补充 + 优先级修正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071E3"/>
                </a:solidFill>
              </a:defRPr>
            </a:pPr>
            <a:r>
              <a:t>测试执行结果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pytest 执行: 49 个测试用例全部通过 (0.03s)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AutoTestDesign 生成: 82 条用例 (0.5s 流水线)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覆盖统计: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BR-01 年龄: 8 tests PASSED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BR-02 密码: 10 tests PASSED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BR-03 邮箱: 9 tests PASSED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BR-04 用户名: 6 tests PASSED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BR-05 锁定: 4 tests PASSED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BR-06 重置: 1 test PASSED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状态机转换: 6 tests PASSED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边缘场景: 5 tests PASSED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AutoTestDesign 工具测试: 56 个单元/集成测试全部通过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总计: 105 tests ALL PASSED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071E3"/>
                </a:solidFill>
              </a:defRPr>
            </a:pPr>
            <a:r>
              <a:t>成本估算对比: 手工 vs AutoTestDesign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| 活动                     | 手工(人日) | 工具(人日) | 节省   |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|--------------------------|-----------|-----------|--------|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| 需求分析与策略设计        | 1.0       | 0.5       | 50%    |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| EP 用例编写 (18条)        | 0.5       | 0.1       | 80%    |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| BVA 用例编写 (30条)       | 1.0       | 0.1       | 90%    |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| DT 用例编写 (24条)        | 1.0       | 0.1       | 90%    |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| STT 用例编写 (10条)       | 1.5       | 0.2       | 87%    |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| pytest 脚本编写           | 1.0       | 0.5       | 50%    |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| 测试执行与分析            | 0.5       | 0.3       | 40%    |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| 文档编写 (3份报告)        | 4.5       | 2.3       | 49%    |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| 总计                     | 12.0      | 4.3       | 64%    |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基础设施成本: USD 0.50 (LLM API tokens)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工具链: 全部 MIT/BSD 许可, 学术使用免费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071E3"/>
                </a:solidFill>
              </a:defRPr>
            </a:pPr>
            <a:r>
              <a:t>总结与收获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技术收获: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ISTQB/ISO 29119-4 四种测试技术的实战应用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pydantic + streamlit + pytest 完整工具链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LLM prompt 工程: 结构化→风险→Oracle 三阶段中文 prompt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工程收获: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core/ 与 UI/LLM 解耦的架构设计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TDD-first 开发 (先写测试再写实现)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交互式编辑的 Human-in-the-loop 设计模式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API 成本仅 USD 0.50, 工具辅助节省 64% 工时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核心认知: AI 工具是测试工程师的倍增器, 而非替代品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071E3"/>
                </a:solidFill>
              </a:defRPr>
            </a:pPr>
            <a:r>
              <a:t>改进建议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工具改进: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可执行代码生成: 从 TestCase 自动生成 pytest 骨架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覆盖率反馈循环: pytest 结果回流到工具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多语言支持: 日/韩等语言的 prompt 模板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AuthSystem 改进: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密码 bcrypt 哈希存储 (解决 R-09)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登录速率限制 (解决 R-01)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数据持久化: dict → SQLite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邮箱验证码机制 (增强注册安全)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流程改进: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CI/CD 集成: GitHub Actions 自动运行流水线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6868B"/>
                </a:solidFill>
              </a:defRPr>
            </a:pPr>
            <a:r>
              <a:t>感谢观看 · Thank You</a:t>
            </a:r>
            <a:br/>
            <a:br/>
            <a:r>
              <a:t>github.com/your-org/autotestdesign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